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80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onia Patience Munedzimwe" userId="e29627f097ae10e0" providerId="LiveId" clId="{E04CC5C7-5217-446C-8AC4-CD17BEBFCC48}"/>
    <pc:docChg chg="modSld">
      <pc:chgData name="Lavonia Patience Munedzimwe" userId="e29627f097ae10e0" providerId="LiveId" clId="{E04CC5C7-5217-446C-8AC4-CD17BEBFCC48}" dt="2025-12-11T21:50:15.645" v="23" actId="20577"/>
      <pc:docMkLst>
        <pc:docMk/>
      </pc:docMkLst>
      <pc:sldChg chg="modSp mod">
        <pc:chgData name="Lavonia Patience Munedzimwe" userId="e29627f097ae10e0" providerId="LiveId" clId="{E04CC5C7-5217-446C-8AC4-CD17BEBFCC48}" dt="2025-12-11T21:50:15.645" v="23" actId="20577"/>
        <pc:sldMkLst>
          <pc:docMk/>
          <pc:sldMk cId="0" sldId="256"/>
        </pc:sldMkLst>
        <pc:spChg chg="mod">
          <ac:chgData name="Lavonia Patience Munedzimwe" userId="e29627f097ae10e0" providerId="LiveId" clId="{E04CC5C7-5217-446C-8AC4-CD17BEBFCC48}" dt="2025-12-11T21:50:15.645" v="2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Child Wellness</a:t>
            </a:r>
            <a:r>
              <a:rPr lang="en-US" dirty="0"/>
              <a:t> Data</a:t>
            </a:r>
            <a:r>
              <a:rPr dirty="0"/>
              <a:t> Analysis</a:t>
            </a:r>
          </a:p>
          <a:p>
            <a:r>
              <a:t>Port</a:t>
            </a:r>
            <a:r>
              <a:rPr lang="en-US"/>
              <a:t>folio</a:t>
            </a:r>
            <a:r>
              <a:t> </a:t>
            </a:r>
            <a:r>
              <a:rPr dirty="0"/>
              <a:t>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Lavonia Munedzimwe — Junior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Objective:</a:t>
            </a:r>
          </a:p>
          <a:p>
            <a:r>
              <a:rPr dirty="0"/>
              <a:t>Analyze child wellbeing patterns using health, attendance, and demographic data.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Approach:</a:t>
            </a:r>
          </a:p>
          <a:p>
            <a:r>
              <a:rPr dirty="0"/>
              <a:t>Cleaned dataset in Excel &amp; Python</a:t>
            </a:r>
          </a:p>
          <a:p>
            <a:r>
              <a:rPr dirty="0"/>
              <a:t>Created calculated fields</a:t>
            </a:r>
          </a:p>
          <a:p>
            <a:r>
              <a:rPr dirty="0"/>
              <a:t>Produced visualizations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Deliverables:</a:t>
            </a:r>
          </a:p>
          <a:p>
            <a:r>
              <a:rPr dirty="0"/>
              <a:t>Charts, insights, recommendations,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&amp; Wellbeing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Children with higher attendance show stronger wellbeing scores.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F0F528A4-29E5-836D-B262-D96FF195C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2836021"/>
            <a:ext cx="4880978" cy="32901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Checkup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Over 55% of children did not complete checkups, indicating access and follow‑up gaps.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white circle with a red circle with text&#10;&#10;AI-generated content may be incorrect.">
            <a:extLst>
              <a:ext uri="{FF2B5EF4-FFF2-40B4-BE49-F238E27FC236}">
                <a16:creationId xmlns:a16="http://schemas.microsoft.com/office/drawing/2014/main" id="{65A3718D-10B3-C98E-7CA3-9F885D844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92" y="2925667"/>
            <a:ext cx="3466848" cy="3383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Wellbeing vs Attendance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slight positive correlation exists: higher attendance aligns with higher wellbeing.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graph of a number of red dots&#10;&#10;AI-generated content may be incorrect.">
            <a:extLst>
              <a:ext uri="{FF2B5EF4-FFF2-40B4-BE49-F238E27FC236}">
                <a16:creationId xmlns:a16="http://schemas.microsoft.com/office/drawing/2014/main" id="{DBCC54DB-79C0-F0AC-A8E9-0299CC2FF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56" y="2853801"/>
            <a:ext cx="5185353" cy="3150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Wellbeing by Age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Older children (12–14) show lower engagement and checkup completion.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F29474B9-CA85-936E-7885-2EE72178C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172" y="2819541"/>
            <a:ext cx="6007805" cy="3306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Wellbeing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Females show slightly higher wellbeing scores; differences are small but notable.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14C3FC4D-1E93-00BB-0383-DC1C5D2D1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69" y="3010986"/>
            <a:ext cx="3974364" cy="2872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Pivot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Countries with stronger attendance also show higher wellbeing and checkup consistency.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red and white checklist&#10;&#10;AI-generated content may be incorrect.">
            <a:extLst>
              <a:ext uri="{FF2B5EF4-FFF2-40B4-BE49-F238E27FC236}">
                <a16:creationId xmlns:a16="http://schemas.microsoft.com/office/drawing/2014/main" id="{13AF2A62-3CB5-9980-55B6-56DA74EDC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58" y="3156209"/>
            <a:ext cx="7008980" cy="2554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Strengthen healthcare follow-up systems</a:t>
            </a:r>
            <a:r>
              <a:rPr lang="en-US" dirty="0"/>
              <a:t>.</a:t>
            </a:r>
            <a:endParaRPr dirty="0"/>
          </a:p>
          <a:p>
            <a:r>
              <a:rPr dirty="0"/>
              <a:t> Improve attendance via community engagement</a:t>
            </a:r>
            <a:r>
              <a:rPr lang="en-US" dirty="0"/>
              <a:t>.</a:t>
            </a:r>
            <a:endParaRPr dirty="0"/>
          </a:p>
          <a:p>
            <a:r>
              <a:rPr dirty="0"/>
              <a:t> Create age‑specific wellness programs</a:t>
            </a:r>
            <a:r>
              <a:rPr lang="en-US" dirty="0"/>
              <a:t>.</a:t>
            </a:r>
            <a:endParaRPr dirty="0"/>
          </a:p>
          <a:p>
            <a:r>
              <a:rPr dirty="0"/>
              <a:t> Explore subtle gender wellbeing differences</a:t>
            </a:r>
            <a:r>
              <a:rPr lang="en-US" dirty="0"/>
              <a:t>.</a:t>
            </a:r>
            <a:endParaRPr dirty="0"/>
          </a:p>
          <a:p>
            <a:r>
              <a:rPr dirty="0"/>
              <a:t>Build monitoring dashboards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Analysis highlights relationships between attendance, healthcare access, and wellbeing.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Next Steps:</a:t>
            </a:r>
          </a:p>
          <a:p>
            <a:r>
              <a:rPr dirty="0"/>
              <a:t>Expand dataset</a:t>
            </a:r>
          </a:p>
          <a:p>
            <a:r>
              <a:rPr dirty="0"/>
              <a:t>Add predictive models</a:t>
            </a:r>
          </a:p>
          <a:p>
            <a:r>
              <a:rPr dirty="0"/>
              <a:t>Build dashboards</a:t>
            </a:r>
          </a:p>
          <a:p>
            <a:r>
              <a:rPr dirty="0"/>
              <a:t>Partner with NGOs for intervention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215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Child Wellness Data Analysis Portfolio Presentation</vt:lpstr>
      <vt:lpstr>Project Overview</vt:lpstr>
      <vt:lpstr>Attendance &amp; Wellbeing</vt:lpstr>
      <vt:lpstr>Health Checkup Status</vt:lpstr>
      <vt:lpstr>Wellbeing vs Attendance Rate</vt:lpstr>
      <vt:lpstr>Wellbeing by Age Group</vt:lpstr>
      <vt:lpstr>Wellbeing by Gender</vt:lpstr>
      <vt:lpstr>Country Pivot Summary</vt:lpstr>
      <vt:lpstr>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Lavonia Patience Munedzimwe</cp:lastModifiedBy>
  <cp:revision>2</cp:revision>
  <dcterms:created xsi:type="dcterms:W3CDTF">2013-01-27T09:14:16Z</dcterms:created>
  <dcterms:modified xsi:type="dcterms:W3CDTF">2025-12-11T21:50:17Z</dcterms:modified>
  <cp:category/>
</cp:coreProperties>
</file>